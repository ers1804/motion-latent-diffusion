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EgoPed</a:t>
            </a:r>
          </a:p>
          <a:p>
            <a:r>
              <a:rPr sz="2600" b="0" i="0">
                <a:solidFill>
                  <a:srgbClr val="CFE1F5"/>
                </a:solidFill>
                <a:latin typeface="Calibri"/>
              </a:rPr>
              <a:t>Ego-Conditioned Pedestrian Body Motion Generation via Latent 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Generating realistic 3D full-body pedestrian motion conditioned on vehicle ego trajectory — for autonomous-driving simulation.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Backbone: Motion Latent Diffusion (MLD) on the 263-D HumanML3D representation.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Data: AVA (our sensor vehicle) + nuScenes + Waymo.   |   Research progress update.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WHY EGO-CONDITIONED PEDESTRIAN MOTION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AV simulation needs diverse, plausible pedestrian behaviors to stress-test perception &amp; planning before deployment.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Existing 3D motion generators are text/action conditioned → context-agnostic: a crossing looks identical whether a car approaches at 50 km/h or is stopped.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In reality, pedestrian behavior is coupled to the ego vehicle — its speed, proximity, and trajectory shape whether a person crosses, waits, accelerates, or turns.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Gap: ego-conditioned FULL-BODY synthesis is unexplored — prior work generates 2D trajectories, or 3D bodies from text, but not 3D bodies from ego context.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Core question:  how should the ego trajectory be injected into a latent-diffusion denoiser?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METHOD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Approach: Ego-Conditioned Latent 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MLD backbone: diffuse in a frozen HumanML3D VAE latent (263-D → L=4 tokens × 256-D). Only the denoiser is trained.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Ego encoder: transformer maps the 196-step ego trajectory → conditioning tokens; pretrained to align with VAE latents, then FROZEN.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Studied: pooled (1 mean-pooled token) vs full-sequence (all 196 per-timestep tokens).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Full-sequence: 196 ego + timestep + 4 latent tokens jointly self-attended → per-timestep temporal resolution at every denoising step.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53662"/>
            <a:ext cx="5394960" cy="37907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Architecture: frozen VAE + frozen ego encoder; only the denoiser is trained.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EGOPED VS. THE BASE MLD TEXT-TO-MOTION MODEL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Architectural Overview — What We Changed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Ego trajectory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input  ·  196 × 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31720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72918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Ego Encoder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transformer · pretrained · FROZEN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93158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34356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Full 196-token
ego sequence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vs. 1 pooled token (H2)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4596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5794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Diffusion Denoiser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self-attn [z, t, ego] · ONLY TRAINED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16034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57232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Frozen VAE decoder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4×256 latent → 263-D 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63240"/>
            <a:ext cx="292608" cy="219456"/>
          </a:xfrm>
          <a:prstGeom prst="roundRect">
            <a:avLst/>
          </a:prstGeom>
          <a:solidFill>
            <a:srgbClr val="E4F0FC"/>
          </a:solidFill>
          <a:ln w="2540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New / changed by 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063240"/>
            <a:ext cx="292608" cy="219456"/>
          </a:xfrm>
          <a:prstGeom prst="roundRect">
            <a:avLst/>
          </a:prstGeom>
          <a:solidFill>
            <a:srgbClr val="ECEFF2"/>
          </a:solidFill>
          <a:ln w="25400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Reused &amp; frozen (HumanML3D VAE + evaluators)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111556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Replaced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text/CLIP conditioning with vehicle ego-trajectory conditioning (retain MLD's VAE, denoiser backbone, evaluators).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frozen ego encoder — a transformer pretrained to align ego trajectories with the VAE motion latents, then frozen during diffusion.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conditioning granularity: the denoiser sees all 196 per-timestep ego tokens (vs. a single pooled token) — the source of the 40% FID gain (unified evaluation, verified conservative).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interaction-aware data pipeline (scoring, weighted oversampling, closest-approach crops) — used for VAE + pooled-baseline training; the main model trains with uniform sampling (isolation ablation in progress).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5B6672"/>
                </a:solidFill>
                <a:latin typeface="Calibri"/>
              </a:rPr>
              <a:t>  Unchanged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only the denoiser is trained; the HumanML3D VAE and the pretrained ego encoder stay frozen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DATA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Dataset: A New Ego–Pedestrian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Three sources: nuScenes + Waymo (scale, diversity) and AVA — our sensor vehicle contributing a small, deliberately STAGED high-interaction subset (close-range encounters rare in public data). Pipeline: MS3D annotation → per-camera 3D SMPL (adapted OmniRe) → stitch → 263-D HumanML3D → pair with ego odometry (pedestrian-centric frame).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Interaction-aware processing: score = travel × (%frames within 5 m) × relative-bearing change → weighted sampling + closest-approach crop (used for VAE + pooled baseline; main model: uniform sampling, random windows).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11,954 paired samples, scene-disjoint train/val split: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749039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3930"/>
                <a:gridCol w="1137036"/>
                <a:gridCol w="1137036"/>
                <a:gridCol w="11370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AVA (ours)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nuScenes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3,637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943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4,580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Waymo Open Dataset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5,876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1,464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7,340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9,540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2,414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11,954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−40% FID (UNIFIED EVAL) · BEST SYSTEM EGOPED-IA 2.88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Main Result: Full-Sequence Conditioning Wins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269"/>
                <a:gridCol w="2365513"/>
                <a:gridCol w="1537583"/>
                <a:gridCol w="1537583"/>
                <a:gridCol w="189241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Diversity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H2 Pooled (baseline)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5.620 ± 0.117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H4 Full-sequence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3.392 ± 0.179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EgoPed-IA (+ interaction sampling)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2.880 ± 0.084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 (reference)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40% FID improvement under a UNIFIED evaluation pipeline (all models, identical eval-time processing) — non-overlapping CIs; verified conservative (pipeline handicap + baseline best-seed).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H4's best checkpoint occurs EARLIER in training (epoch 3399 vs 4399) → the gain is not from extra compute.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Evaluation: HumanML3D protocol (FID, R-Precision@1, MultiModality, Diversity); 3 replications, 95%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2×2 control complete (definitive): granularity dominates (~2.7 FID in both columns); interaction-aware sampling adds ~0.5-0.6 to BOTH architectures (additive). EgoPed-IA is single-seed (stated).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FULL-SEQUENCE CONDITIONING IS CFG-ROBUST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Guidance-Scale Behavior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1554480"/>
          <a:ext cx="92354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407"/>
                <a:gridCol w="3338110"/>
                <a:gridCol w="367192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CFG scale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H2 Pooled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H4 Full-sequence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6.603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3.842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6.963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3.392  (best)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7.400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3.547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conditioning is nearly INSENSITIVE to the CFG scale; pooled conditioning degrades steeply at higher guidance.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rich 196-token ego signal is over-determined, so higher guidance amplifies an already high-fidelity signal rather than forcing mode collapse onto a coarse pooled 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H3: LATENT DIM 8 VS 4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1 — Larger Latent (rejected)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Hypothesis: a larger VAE latent (dim 8 vs 4) gives more capacity and better generation.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Result: latent-8 is 19% WORSE FID (6.677 vs 5.620, unified eval) at matched epoch &amp; CFG; R-Precision essentially unchanged (0.663 vs 0.665).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Lesson: increasing latent dimension without scaling the denoiser is counterproductive — the conditioning bottleneck is the ego representation, not the latent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FREEZING IS CRITICAL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2 — Frozen vs Unfrozen Ego Encoder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5943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6452"/>
                <a:gridCol w="1119808"/>
                <a:gridCol w="1033669"/>
                <a:gridCol w="103366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H4 (frozen ego encoder)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H6 (unfrozen ego encoder)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2.618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00400"/>
            <a:ext cx="59436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Unfreezing is WORSE on all metrics; MultiModality collapses −34% (2.62 vs 3.96).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The encoder over-specializes to discriminative per-condition features, narrowing generation.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Matches the frozen-encoder paradigm (CLIP in Stable Diffusion; ControlNet / IP-Adapter).</a:t>
            </a:r>
          </a:p>
        </p:txBody>
      </p:sp>
      <p:pic>
        <p:nvPicPr>
          <p:cNvPr id="7" name="Picture 6" descr="h6_training_curv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76407"/>
            <a:ext cx="5394960" cy="2945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H6 training trajectory: FID never approaches H4's operating point (dashed).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THE MECHANISM DOESN'T MATTER; THE FULL SEQUENCE DOES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3 — Self-Attention vs Cross-Attention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0976"/>
                <a:gridCol w="2445488"/>
                <a:gridCol w="1589567"/>
                <a:gridCol w="158956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Denoiser (full 196-token ego)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Self-attention over concatenation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3.338 ± 0.190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0.537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4.14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Cross-attention (queries / keys-values)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3.490 ± 0.059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0.501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4.61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Matched control: same frozen VAE + ego encoder, same data, same effective batch; evaluated on the held-out test split.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two are STATISTICALLY COMPARABLE (95% CIs [3.15, 3.53] vs [3.43, 3.55] overlap) — cross-attention gives no advantage.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Takeaway: the improvement comes from exposing the denoiser to the FULL per-timestep ego sequence, not from the specific attention mechanism.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Held-Out Test &amp; Reference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Generalization: on a scene-disjoint held-out test split, the best system reproduces its headline number (FID 3.38 vs 3.39 on full validation) → not a selection artifact.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Reference baselines that bound the metric space (FID ↓):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Retrieval — copy nearest-ego training motion: 0.06 (memorization sanity check, non-generative).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Unconditional prior (ego zeroed): 5.18 → ego conditioning improves it to 3.39 (−34%).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VAE latent interpolation: 7.91.   Trajectory + static/mean body: 48–50 (task needs articulated motion).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Unconditional R@1 = 0.031 = exactly chance (1/32): retrieval protocol sanity check passes.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WHAT WE RECOMMEND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Recipe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First system to generate full 3D HumanML3D body motion conditioned on vehicle ego odometry (AVA + nuScenes + Waymo).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temporal conditioning beats pooled by 40% FID (unified eval, verified conservative) — robust to CFG and attention mechanism; interaction-aware sampling amplifies it to FID 2.88 (EgoPed-IA).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Frozen ego encoder is critical — unfreezing collapses generation diversity.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Recommended recipe: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Pretrain the ego encoder contrastively on frozen VAE latents → freeze it → condition the denoiser on the full ego sequence.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Use CFG ≈ 10; select checkpoints on validation FID (not the final checkpoint).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H4, EPOCH 3399, CFG = 10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Qualitative Results</a:t>
            </a:r>
          </a:p>
        </p:txBody>
      </p:sp>
      <p:pic>
        <p:nvPicPr>
          <p:cNvPr id="5" name="Picture 4" descr="qualitative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2456"/>
            <a:ext cx="11064240" cy="4398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Generated 3D body motion + bird's-eye trajectory: predicted (blue), ground-truth (orange), ego vehicle (red).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STATUS &amp; OUTLOOK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Estimated (not ground-truth) 3D pose labels → noise in training targets.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Conditioning scope: only 2D ego trajectory; relative pedestrian–ego geometry, velocity, or map elements could improve fidelity.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R@1 gap (0.548 vs pooled 0.671) — a real conditioning-vs-diversity tradeoff; adapter-style tuning is a promising next step.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No physics constraints; single benchmark; no human perceptual study yet.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Hardening complete: pipeline 2×2 (granularity dominates ~5×; sampling additive ~0.5 FID both), seed spread reported (3.39/4.72/4.80 — best-seed stated), random-init encoder = unconditional (pretraining essential).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Three evaluator-independent validations: held-out split (ranking preserved), trajectory ADE/FDE (H4 beats pooled on all 4), behavioral probe (H4 couples stop/walk decisions to ego best; collapsed H6 overcommits).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External baselines: raw-space diffusion 26.4, deterministic regressor 36 (L2-optimal yet unrealistic; EgoPed minADE-5 beats it WITH realism).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Status: main results, three ablations, and held-out validation complete; paper draft in progress.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64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12B4A"/>
                </a:solidFill>
                <a:latin typeface="Calibri"/>
              </a:rPr>
              <a:t>EgoPed  —  full-sequence ego conditioning + frozen encoder: a strong, validated recipe.  Thank you — 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