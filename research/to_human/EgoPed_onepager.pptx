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6576"/>
            <a:ext cx="8092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EgoPed</a:t>
            </a:r>
            <a:r>
              <a:rPr sz="1250" b="0" i="0">
                <a:solidFill>
                  <a:srgbClr val="CFE1F5"/>
                </a:solidFill>
                <a:latin typeface="Calibri"/>
              </a:rPr>
              <a:t>   ·   Ego-Conditioned Pedestrian Motion Generation via Latent Diffusion</a:t>
            </a:r>
          </a:p>
          <a:p>
            <a:r>
              <a:rPr sz="950" b="0" i="0">
                <a:solidFill>
                  <a:srgbClr val="9EC4EC"/>
                </a:solidFill>
                <a:latin typeface="Calibri"/>
              </a:rPr>
              <a:t>3D full-body motion conditioned on vehicle ego trajectory  ·  MLD backbone  ·  AVA + nuScenes + Waymo (11,954)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58200" y="155448"/>
            <a:ext cx="3429000" cy="566928"/>
          </a:xfrm>
          <a:prstGeom prst="rect">
            <a:avLst/>
          </a:prstGeom>
          <a:solidFill>
            <a:srgbClr val="1B4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73736"/>
            <a:ext cx="33375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8FE3AC"/>
                </a:solidFill>
                <a:latin typeface="Calibri"/>
              </a:rPr>
              <a:t>FID 2.880</a:t>
            </a:r>
            <a:r>
              <a:rPr sz="1200" b="0" i="0">
                <a:solidFill>
                  <a:srgbClr val="C9F2D8"/>
                </a:solidFill>
                <a:latin typeface="Calibri"/>
              </a:rPr>
              <a:t>   −40% vs pooled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THE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4815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897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Replace MLD's text conditioning with the vehicle ego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Feed the denoiser ALL 196 per-timestep ego tokens — not one pooled summary — so every denoising step has temporal resolution over the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Ego encoder is contrastively pretrained, then FROZEN; only the denoiser trains.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MAIN RESULTS  ·  UNIFIED EVALUATION, 3 REPLICATIONS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831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606040"/>
          <a:ext cx="5897878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566"/>
                <a:gridCol w="931244"/>
                <a:gridCol w="807078"/>
                <a:gridCol w="744995"/>
                <a:gridCol w="74499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Div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 (+ interaction sampling)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EgoPed  (full-sequence conditioning)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Unfrozen encoder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6.06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Pooled-token baseline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Larger latent (8 vs 4)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6.677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31596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ARCHITECTURE VS. DATA CURATION  ·  2×2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3999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617720"/>
          <a:ext cx="5897880" cy="644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05740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−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+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6.214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Full-sequence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349240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5B6672"/>
                </a:solidFill>
                <a:latin typeface="Calibri"/>
              </a:rPr>
              <a:t>Conditioning granularity dominates (≈2.7 FID in both columns, ~5× the data effect); the two effects are additive → the headline is conservative, not inflated.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024128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WHAT ACTUALLY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248156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46520" y="1325880"/>
          <a:ext cx="5422391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251"/>
                <a:gridCol w="1417216"/>
                <a:gridCol w="1786924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Unfreeze the ego encoder?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MM 3.96→2.62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freezing critical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Skip encoder pretraining?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R@1 = chance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unconditional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Cross- instead of self-attention?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3.49 vs 3.34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no difference (p=.33)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Bigger VAE latent (8 vs 4)?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6.68 vs 5.62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19% worse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Different training seed?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3.39/4.72/4.80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real variance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46520" y="278892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EXTERNAL BASELINES  ·  CAPABILITY LADDER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1294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46520" y="3090672"/>
          <a:ext cx="5422391" cy="1933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882"/>
                <a:gridCol w="839179"/>
                <a:gridCol w="225933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Uncond. + interaction sampling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1.43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BEST FID — and fully ego-blind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(ours)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in-domain, ego-conditioned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Unconditional, properly trained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3.24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H4 — FID is blind to conditioning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 prior (ego zeroed)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a weak null branch, not a prior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Pretrained text-to-motion MLD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14.07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T2M does not transfer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Raw-space diffusion (MDM-style)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latent backbone justified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Ego→motion regressor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35.47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L2-optimal, unrealistic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Trajectory + static body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needs articulated motion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46520" y="470916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VALIDATED ON FOUR INDEPENDENT AXES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93318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54223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FID — 40% over pooled (non-overlapping CIs); but a trained prior reaches 3.24 and, on IA's own data recipe, 1.43 — better than every conditional model. FID alone does not credit conditioning.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Held-out split — scene-disjoint, never used for selection: ranking preserved.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Trajectory ADE/FDE — no learned evaluator: H4 beats pooled on all 4 metrics; a trained prior with the SAME FID is 29% worse (ego-blind) — and EgoPed-IA, best by FID, is worse than H4 per-condition (ADE 2.64 vs 2.32; separation 0.15 vs 0.33; still behind at matched epochs): H4 is the best-conditioned model.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Behavioral probe — best coupling of stop/walk decisions to the ego; unconditional model is ego-blind (sanity ✓).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263640"/>
            <a:ext cx="12191695" cy="190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291072"/>
            <a:ext cx="11521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950" b="1" i="0">
                <a:solidFill>
                  <a:srgbClr val="1E5EA8"/>
                </a:solidFill>
                <a:latin typeface="Calibri"/>
              </a:rPr>
              <a:t>RESULT: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information ladder (FID / ADE / behaviour-separation) — 0 bits: 3.24 / 2.99 / 0.04 → 5-bit vehicle text: 5.91 / 2.52 / 0.21 → oracle text (told the behaviour): 2.82 / 1.90 / 0.93 → trajectory (H4): 3.39 / 2.32 / 0.33. The trajectory recovers 61% of the know-nothing→know-the-outcome ADE gap, vehicle text 43%. FID ranks marginals, not conditioning — an ego-BLIND model trained on IA's interaction-sampling recipe scores the best FID in the study (1.43) at chance-level conditioning (ADE 3.00, separation 0.02), so IA's FID lead is data curation, not conditioning; H4 is the best-conditioned model. </a:t>
            </a:r>
            <a:r>
              <a:rPr sz="950" b="1" i="0">
                <a:solidFill>
                  <a:srgbClr val="1E5EA8"/>
                </a:solidFill>
                <a:latin typeface="Calibri"/>
              </a:rPr>
              <a:t>Open: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pose-label quality audit · EgoPed-IA is single-seed · no physics constraints · no perceptual study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