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H4 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H4 varies, IA replicates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933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Uncond. + interaction sampling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BEST FID — and fully ego-blind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reaches 3.24 and, on IA's own data recipe, 1.43 — better than every conditional model.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H4 beats pooled on all 4 metrics; a trained prior with the SAME FID is 29% worse (ego-blind) — and EgoPed-IA, best by FID, is worse than H4 per-condition (ADE 2.64 vs 2.32; separation 0.15 vs 0.33; still behind at matched epochs): H4 is the best-conditioned model.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RESULT: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(FID / ADE / behaviour-separation) — 0 bits: 3.24 / 2.99 / 0.04 → 5-bit vehicle text: 5.91 / 2.52 / 0.21 → oracle text (told the behaviour): 2.82 / 1.90 / 0.93 → trajectory (H4): 3.39 / 2.32 / 0.33. The trajectory recovers 61% of the know-nothing→know-the-outcome ADE gap, vehicle text 43%. FID ranks marginals, not conditioning — an ego-BLIND model trained on IA's interaction-sampling recipe scores the best FID in the study (1.43) at chance-level conditioning (ADE 3.00, separation 0.02), so IA's FID lead is data curation, not conditioning; H4 is the best-conditioned model. A second IA seed replicates both halves: FID 2.671 vs 2.880, and the same per-condition shortfall (ADE 2.61, separation 0.14).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