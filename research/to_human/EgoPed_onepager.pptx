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36576"/>
            <a:ext cx="809244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EgoPed</a:t>
            </a:r>
            <a:r>
              <a:rPr sz="1250" b="0" i="0">
                <a:solidFill>
                  <a:srgbClr val="CFE1F5"/>
                </a:solidFill>
                <a:latin typeface="Calibri"/>
              </a:rPr>
              <a:t>   ·   Ego-Conditioned Pedestrian Motion Generation via Latent Diffusion</a:t>
            </a:r>
          </a:p>
          <a:p>
            <a:r>
              <a:rPr sz="950" b="0" i="0">
                <a:solidFill>
                  <a:srgbClr val="9EC4EC"/>
                </a:solidFill>
                <a:latin typeface="Calibri"/>
              </a:rPr>
              <a:t>3D full-body motion conditioned on vehicle ego trajectory  ·  MLD backbone  ·  AVA + nuScenes + Waymo (11,954)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58200" y="155448"/>
            <a:ext cx="3429000" cy="566928"/>
          </a:xfrm>
          <a:prstGeom prst="rect">
            <a:avLst/>
          </a:prstGeom>
          <a:solidFill>
            <a:srgbClr val="1B4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73736"/>
            <a:ext cx="333756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900" b="1" i="0">
                <a:solidFill>
                  <a:srgbClr val="8FE3AC"/>
                </a:solidFill>
                <a:latin typeface="Calibri"/>
              </a:rPr>
              <a:t>FID 2.880</a:t>
            </a:r>
            <a:r>
              <a:rPr sz="1200" b="0" i="0">
                <a:solidFill>
                  <a:srgbClr val="C9F2D8"/>
                </a:solidFill>
                <a:latin typeface="Calibri"/>
              </a:rPr>
              <a:t>   −40% vs pooled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THE IDEA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4815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8978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Replace MLD's text conditioning with the vehicle ego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Feed the denoiser ALL 196 per-timestep ego tokens — not one pooled summary — so every denoising step has temporal resolution over the trajectory.</a:t>
            </a:r>
          </a:p>
          <a:p>
            <a:pPr>
              <a:spcAft>
                <a:spcPts val="35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▪  Ego encoder is contrastively pretrained, then FROZEN; only the denoiser trains.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0428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MAIN RESULTS  ·  UNIFIED EVALUATION, 3 REPLICATIONS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2831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606040"/>
          <a:ext cx="5897878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9566"/>
                <a:gridCol w="931244"/>
                <a:gridCol w="807078"/>
                <a:gridCol w="744995"/>
                <a:gridCol w="744995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Div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 (+ interaction sampling)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0.323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EgoPed  (full-sequence conditioning)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Unfrozen encoder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6.06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Pooled-token baseline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3.71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Larger latent (8 vs 4)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6.677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0.663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5.89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315968"/>
            <a:ext cx="589788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ARCHITECTURE VS. DATA CURATION  ·  2×2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539996"/>
            <a:ext cx="5897880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617720"/>
          <a:ext cx="5897880" cy="644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057400"/>
                <a:gridCol w="205740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−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+ interaction sampling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Pooled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6.214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5.620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Full-sequence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2.880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349240"/>
            <a:ext cx="5897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50" b="0" i="1">
                <a:solidFill>
                  <a:srgbClr val="5B6672"/>
                </a:solidFill>
                <a:latin typeface="Calibri"/>
              </a:rPr>
              <a:t>Conditioning granularity dominates (≈2.7 FID in both columns, ~5× the data effect); the two effects are additive → the headline is conservative, not inflated.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024128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WHAT ACTUALLY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248156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46520" y="1325880"/>
          <a:ext cx="5422391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251"/>
                <a:gridCol w="1417216"/>
                <a:gridCol w="1786924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Unfreeze the ego encoder?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MM 3.96→2.62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freezing critical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Skip encoder pretraining?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R@1 = chance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≈ unconditional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Cross- instead of self-attention?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3.49 vs 3.34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no difference (p=.33)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Bigger VAE latent (8 vs 4)?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6.68 vs 5.62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19% worse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Different training seed?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3.39/4.72/4.80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real variance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46520" y="278892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EXTERNAL BASELINES  ·  CAPABILITY LADDER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301294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46520" y="3090672"/>
          <a:ext cx="5422391" cy="15041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3882"/>
                <a:gridCol w="839179"/>
                <a:gridCol w="2259330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T="0" marB="0">
                    <a:solidFill>
                      <a:srgbClr val="112B4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EgoPed-IA (ours)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2.88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157A38"/>
                          </a:solidFill>
                          <a:latin typeface="Calibri"/>
                        </a:rPr>
                        <a:t>in-domain, ego-conditioned</a:t>
                      </a:r>
                    </a:p>
                  </a:txBody>
                  <a:tcPr marL="50800" marT="0" marB="0">
                    <a:solidFill>
                      <a:srgbClr val="DCEEE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Unconditional prior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5.18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conditioning worth 34%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Pretrained text-to-motion MLD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14.07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T2M does not transfer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Raw-space diffusion (MDM-style)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26.43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latent backbone justified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Ego→motion regressor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35.47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L2-optimal, unrealistic</a:t>
                      </a:r>
                    </a:p>
                  </a:txBody>
                  <a:tcPr marL="50800" marT="0" marB="0">
                    <a:solidFill>
                      <a:srgbClr val="EFF4F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Trajectory + static body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47.7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F2A37"/>
                          </a:solidFill>
                          <a:latin typeface="Calibri"/>
                        </a:rPr>
                        <a:t>needs articulated motion</a:t>
                      </a:r>
                    </a:p>
                  </a:txBody>
                  <a:tcPr marL="508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46520" y="4709160"/>
            <a:ext cx="5422392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E5EA8"/>
                </a:solidFill>
                <a:latin typeface="Calibri"/>
              </a:rPr>
              <a:t>VALIDATED ON FOUR INDEPENDENT AXES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933188"/>
            <a:ext cx="5422392" cy="177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5010912"/>
            <a:ext cx="542239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FID — 40% over pooled, non-overlapping CIs, unified eval pipeline.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Held-out split — scene-disjoint, never used for selection: ranking preserved.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Trajectory ADE/FDE — no learned evaluator: beats pooled on all 4 metrics despite lower R@1 → the R@1 gap is an embedding artifact.</a:t>
            </a:r>
          </a:p>
          <a:p>
            <a:pPr>
              <a:spcAft>
                <a:spcPts val="35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▪  Behavioral probe — best coupling of stop/walk decisions to the ego; unconditional model is ego-blind (sanity ✓).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263640"/>
            <a:ext cx="12191695" cy="190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291072"/>
            <a:ext cx="11521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r>
              <a:rPr sz="950" b="1" i="0">
                <a:solidFill>
                  <a:srgbClr val="1E5EA8"/>
                </a:solidFill>
                <a:latin typeface="Calibri"/>
              </a:rPr>
              <a:t>IN FLIGHT: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information ladder — how much conditioning information is actually needed? 0 bits (unconditional) → 2.99 bits (body text) → 6.09 bits (ego text) → continuous 196×2 trajectory (ours). </a:t>
            </a:r>
            <a:r>
              <a:rPr sz="950" b="1" i="0">
                <a:solidFill>
                  <a:srgbClr val="1E5EA8"/>
                </a:solidFill>
                <a:latin typeface="Calibri"/>
              </a:rPr>
              <a:t>Open: </a:t>
            </a:r>
            <a:r>
              <a:rPr sz="950" b="0" i="0">
                <a:solidFill>
                  <a:srgbClr val="1F2A37"/>
                </a:solidFill>
                <a:latin typeface="Calibri"/>
              </a:rPr>
              <a:t>pose-label quality audit · EgoPed-IA is single-seed · no physics constraints · no perceptual study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