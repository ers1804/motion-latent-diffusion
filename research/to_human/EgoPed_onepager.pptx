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44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6576"/>
            <a:ext cx="809244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Calibri"/>
              </a:rPr>
              <a:t>EgoPed</a:t>
            </a:r>
            <a:r>
              <a:rPr sz="1250" b="0" i="0">
                <a:solidFill>
                  <a:srgbClr val="CFE1F5"/>
                </a:solidFill>
                <a:latin typeface="Calibri"/>
              </a:rPr>
              <a:t>   ·   Ego-Conditioned Pedestrian Motion Generation via Latent Diffusion</a:t>
            </a:r>
          </a:p>
          <a:p>
            <a:r>
              <a:rPr sz="950" b="0" i="0">
                <a:solidFill>
                  <a:srgbClr val="9EC4EC"/>
                </a:solidFill>
                <a:latin typeface="Calibri"/>
              </a:rPr>
              <a:t>3D full-body motion conditioned on vehicle ego trajectory  ·  MLD backbone  ·  AVA + nuScenes + Waymo (11,954)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58200" y="155448"/>
            <a:ext cx="3429000" cy="566928"/>
          </a:xfrm>
          <a:prstGeom prst="rect">
            <a:avLst/>
          </a:prstGeom>
          <a:solidFill>
            <a:srgbClr val="1B4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73736"/>
            <a:ext cx="333756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900" b="1" i="0">
                <a:solidFill>
                  <a:srgbClr val="8FE3AC"/>
                </a:solidFill>
                <a:latin typeface="Calibri"/>
              </a:rPr>
              <a:t>FID 2.880</a:t>
            </a:r>
            <a:r>
              <a:rPr sz="1200" b="0" i="0">
                <a:solidFill>
                  <a:srgbClr val="C9F2D8"/>
                </a:solidFill>
                <a:latin typeface="Calibri"/>
              </a:rPr>
              <a:t>   −40% vs pooled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24128"/>
            <a:ext cx="58978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THE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48156"/>
            <a:ext cx="5897880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58978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35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▪  Replace MLD's text conditioning with the vehicle ego trajectory.</a:t>
            </a:r>
          </a:p>
          <a:p>
            <a:pPr>
              <a:spcAft>
                <a:spcPts val="35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▪  Feed the denoiser ALL 196 per-timestep ego tokens — not one pooled summary — so every denoising step has temporal resolution over the trajectory.</a:t>
            </a:r>
          </a:p>
          <a:p>
            <a:pPr>
              <a:spcAft>
                <a:spcPts val="350"/>
              </a:spcAft>
            </a:pPr>
            <a:r>
              <a:rPr sz="1000" b="0" i="0">
                <a:solidFill>
                  <a:srgbClr val="1F2A37"/>
                </a:solidFill>
                <a:latin typeface="Calibri"/>
              </a:rPr>
              <a:t>▪  Ego encoder is contrastively pretrained, then FROZEN; only the denoiser trains.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04288"/>
            <a:ext cx="58978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MAIN RESULTS  ·  UNIFIED EVALUATION, 3 REPLICATIONS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28316"/>
            <a:ext cx="5897880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2606040"/>
          <a:ext cx="5897878" cy="150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566"/>
                <a:gridCol w="931244"/>
                <a:gridCol w="807078"/>
                <a:gridCol w="744995"/>
                <a:gridCol w="744995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Div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EgoPed-IA  (+ interaction sampling)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2.880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0.323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3.37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5.67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EgoPed  (full-sequence conditioning)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3.392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3.96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5.79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Unfrozen encoder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5.079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2.62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6.06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Pooled-token baseline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5.620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3.71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5.82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Larger latent (8 vs 4)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6.677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3.37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5.89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Ground truth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4315968"/>
            <a:ext cx="58978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ARCHITECTURE VS. DATA CURATION  ·  2×2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539996"/>
            <a:ext cx="5897880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4617720"/>
          <a:ext cx="5897880" cy="644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057400"/>
                <a:gridCol w="2057400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− interaction sampling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+ interaction sampling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Pooled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6.214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5.620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Full-sequence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3.392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2.880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5349240"/>
            <a:ext cx="5897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0" i="1">
                <a:solidFill>
                  <a:srgbClr val="5B6672"/>
                </a:solidFill>
                <a:latin typeface="Calibri"/>
              </a:rPr>
              <a:t>Conditioning granularity dominates (≈2.7 FID in both columns, ~5× the data effect); the two effects are additive → the headline is conservative, not inflated.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024128"/>
            <a:ext cx="5422392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WHAT ACTUALLY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248156"/>
            <a:ext cx="5422392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46520" y="1325880"/>
          <a:ext cx="5422391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251"/>
                <a:gridCol w="1417216"/>
                <a:gridCol w="1786924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Unfreeze the ego encoder?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MM 3.96→2.62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freezing critical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Skip encoder pretraining?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R@1 = chance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≈ unconditional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Cross- instead of self-attention?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3.49 vs 3.34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no difference (p=.33)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Bigger VAE latent (8 vs 4)?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6.68 vs 5.62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19% worse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Different training seed?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H4 3.39/4.72/4.80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H4 varies, IA replicates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46520" y="2788920"/>
            <a:ext cx="5422392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EXTERNAL BASELINES  ·  CAPABILITY LADDER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012948"/>
            <a:ext cx="5422392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46520" y="3090672"/>
          <a:ext cx="5422391" cy="1933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882"/>
                <a:gridCol w="839179"/>
                <a:gridCol w="2259330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50800" marT="0" marB="0">
                    <a:solidFill>
                      <a:srgbClr val="112B4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Uncond. + interaction sampling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1.43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BEST FID — and fully ego-blind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EgoPed-IA (ours)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2.88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57A38"/>
                          </a:solidFill>
                          <a:latin typeface="Calibri"/>
                        </a:rPr>
                        <a:t>in-domain, ego-conditioned</a:t>
                      </a:r>
                    </a:p>
                  </a:txBody>
                  <a:tcPr marL="50800" marT="0" marB="0">
                    <a:solidFill>
                      <a:srgbClr val="DCEEE1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Unconditional, properly trained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3.24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≈ H4 — FID is blind to conditioning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Unconditional prior (ego zeroed)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5.18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a weak null branch, not a prior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Pretrained text-to-motion MLD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14.07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T2M does not transfer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Raw-space diffusion (MDM-style)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26.43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latent backbone justified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Ego→motion regressor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35.47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L2-optimal, unrealistic</a:t>
                      </a:r>
                    </a:p>
                  </a:txBody>
                  <a:tcPr marL="50800" marT="0" marB="0">
                    <a:solidFill>
                      <a:srgbClr val="EFF4FB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Trajectory + static body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47.7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1F2A37"/>
                          </a:solidFill>
                          <a:latin typeface="Calibri"/>
                        </a:rPr>
                        <a:t>needs articulated motion</a:t>
                      </a:r>
                    </a:p>
                  </a:txBody>
                  <a:tcPr marL="50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46520" y="4709160"/>
            <a:ext cx="5422392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E5EA8"/>
                </a:solidFill>
                <a:latin typeface="Calibri"/>
              </a:rPr>
              <a:t>VALIDATED ON FOUR INDEPENDENT AXES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933188"/>
            <a:ext cx="5422392" cy="177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5010912"/>
            <a:ext cx="5422392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spcAft>
                <a:spcPts val="3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▪  FID — 40% over pooled (non-overlapping CIs); but a trained prior reaches 3.24 and, on IA's own data recipe, 1.43 — better than every conditional model. FID alone does not credit conditioning.</a:t>
            </a:r>
          </a:p>
          <a:p>
            <a:pPr>
              <a:spcAft>
                <a:spcPts val="3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▪  Held-out split — scene-disjoint, never used for selection: ranking preserved.</a:t>
            </a:r>
          </a:p>
          <a:p>
            <a:pPr>
              <a:spcAft>
                <a:spcPts val="3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▪  Trajectory ADE/FDE — no learned evaluator: H4 beats pooled on all 4 metrics; a trained prior with the SAME FID is 29% worse (ego-blind) — and EgoPed-IA, best by FID, is worse than H4 per-condition (ADE 2.64 vs 2.32; separation 0.15 vs 0.33; still behind at matched epochs): H4 is the best-conditioned model.</a:t>
            </a:r>
          </a:p>
          <a:p>
            <a:pPr>
              <a:spcAft>
                <a:spcPts val="3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▪  Behavioral probe — best coupling of stop/walk decisions to the ego; unconditional model is ego-blind (sanity ✓).</a:t>
            </a:r>
          </a:p>
          <a:p>
            <a:pPr>
              <a:spcAft>
                <a:spcPts val="350"/>
              </a:spcAft>
            </a:pPr>
            <a:r>
              <a:rPr sz="950" b="0" i="0">
                <a:solidFill>
                  <a:srgbClr val="1F2A37"/>
                </a:solidFill>
                <a:latin typeface="Calibri"/>
              </a:rPr>
              <a:t>▪  Pose-label audit (all 14,172 seqs, reference-free) — feet never plant (skate 0.97), one canonical skeleton, articulation 0.44× mocap. ADE/probe use the ROOT (sound); FID scores the damped body (exposed).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EF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263640"/>
            <a:ext cx="12191695" cy="1905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291072"/>
            <a:ext cx="115214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r>
              <a:rPr sz="950" b="1" i="0">
                <a:solidFill>
                  <a:srgbClr val="1E5EA8"/>
                </a:solidFill>
                <a:latin typeface="Calibri"/>
              </a:rPr>
              <a:t>RESULT: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information ladder (FID / ADE / behaviour-separation) — 0 bits: 3.24 / 2.99 / 0.04 → 5-bit vehicle text: 5.91 / 2.52 / 0.21 → oracle text (told the behaviour): 2.82 / 1.90 / 0.93 → trajectory (H4): 3.39 / 2.32 / 0.33. The trajectory recovers 61% of the know-nothing→know-the-outcome ADE gap, vehicle text 43%. FID ranks marginals, not conditioning — an ego-BLIND model trained on IA's interaction-sampling recipe scores the best FID in the study (1.43) at chance-level conditioning (ADE 3.00, separation 0.02), so IA's FID lead is data curation, not conditioning; H4 is the best-conditioned model. A second IA seed replicates both halves: FID 2.671 vs 2.880, and the same per-condition shortfall (ADE 2.61, separation 0.14). </a:t>
            </a:r>
            <a:r>
              <a:rPr sz="950" b="1" i="0">
                <a:solidFill>
                  <a:srgbClr val="1E5EA8"/>
                </a:solidFill>
                <a:latin typeface="Calibri"/>
              </a:rPr>
              <a:t>Open: </a:t>
            </a:r>
            <a:r>
              <a:rPr sz="950" b="0" i="0">
                <a:solidFill>
                  <a:srgbClr val="1F2A37"/>
                </a:solidFill>
                <a:latin typeface="Calibri"/>
              </a:rPr>
              <a:t>pseudo-GT is a canonical body that SLIDES (skate ratio 0.97; one skeleton for all 14,172) — root trajectories are sound, body pose is not · no physics constraints · no perceptual study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