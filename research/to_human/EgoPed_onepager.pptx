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real variance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Unconditional, properly trained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H4 — FID is blind to conditioning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 (ego zeroed)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a weak null branch, not a prior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 (non-overlapping CIs); but a trained prior also reaches 3.24, so FID alone does not credit conditioning.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H4 beats pooled on all 4 metrics; a trained prior with the SAME FID is 29% worse (ego-blind) — and EgoPed-IA, best by FID, is worse than H4 per-condition (ADE 2.64 vs 2.32; separation 0.15 vs 0.33; still behind at matched epochs): H4 is the best-conditioned model.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RESULT: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(FID / ADE / behaviour-separation) — 0 bits: 3.24 / 2.99 / 0.04 → 5-bit vehicle text: 5.91 / 2.52 / 0.21 → oracle text (told the behaviour): 2.82 / 1.90 / 0.93 → trajectory (H4): 3.39 / 2.32 / 0.33. The trajectory recovers 61% of the know-nothing→know-the-outcome ADE gap, vehicle text 43%; FID ranks marginals, not conditioning.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EgoPed-IA is single-seed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