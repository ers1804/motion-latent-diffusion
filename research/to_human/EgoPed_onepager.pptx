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real variance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Unconditional, properly trained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H4 — FID is blind to conditioning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 (ego zeroed)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a weak null branch, not a prior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 (non-overlapping CIs); but a trained prior also reaches 3.24, so FID alone does not credit conditioning.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beats pooled on all 4 metrics despite lower R@1 → the R@1 gap is an embedding artifact.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IN FLIGHT: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— 0 bits (trained unconditional: FID 3.24) → 5.17 bits vehicle-only text (training) → 6.09 bits oracle text incl. GT behaviour (2.82) → continuous trajectory (H4 3.39 / IA 2.88). FID ranks marginals, not conditioning — see ADE/FDE + behaviour.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EgoPed-IA is single-seed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